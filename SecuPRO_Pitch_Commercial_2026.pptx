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3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463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" y="217627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secupro.app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3716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digitale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agents de sécurité privée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commerciale — Mai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3429000"/>
            <a:ext cx="150876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3520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180 000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39776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en France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32120" y="3429000"/>
            <a:ext cx="150876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3520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14,99€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32120" y="39776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mois / agent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23760" y="3429000"/>
            <a:ext cx="150876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3520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23760" y="39776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PWA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de sécurité manquent d'outils adaptés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50876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261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illisible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6276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non structurés, conflits horaires non détectés, heures supp non comptabilisées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023360" cy="150876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23560" y="1261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Bulletins de paie flous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6276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Primes manquantes, déductions injustifiées, droits IDCC 1351 méconnus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023360" cy="150876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éparpillés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3192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pro, SST, CQP APS perdus — risque de travail non conforme CNAPS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788920"/>
            <a:ext cx="4023360" cy="150876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23560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Méconnaissance des droits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33192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collective complexe, recours difficile sans accompagnement juridique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problèmes touchent 180 000 agents chaque jour en France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SecuPRO — L'assistant digital de l'agent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132040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PWA (Progressive Web App) accessible sur mobile et desktop, pensée par un ex-agent,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agents de sécurité privée en France.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0604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54864" cy="1143000"/>
          </a:xfrm>
          <a:prstGeom prst="rect">
            <a:avLst/>
          </a:prstGeom>
          <a:solidFill>
            <a:srgbClr val="2B8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planning PDF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920240"/>
            <a:ext cx="260604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920240"/>
            <a:ext cx="54864" cy="1143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3192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bulletins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60604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920240"/>
            <a:ext cx="54864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2084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Coffre documents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260604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46120"/>
            <a:ext cx="54864" cy="11430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SecuDroit (38 articles)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3246120"/>
            <a:ext cx="260604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246120"/>
            <a:ext cx="54864" cy="11430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93192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juridique SecuIA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246120"/>
            <a:ext cx="260604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3246120"/>
            <a:ext cx="54864" cy="1143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📰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2084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 Sécu en temps réel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&amp; OPPORTUNITÉ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de 180 000 agents, peu digitalisé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14630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 sécurité privée en France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CNAPS 2024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06040" cy="14630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143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~9 000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37560" y="1783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de sécurité (cibles B2B)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22128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 / PME majoritaires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06040" cy="14630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143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14,99€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mensuel par agent (plan Pro)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22128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SaaS récurrent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8229600" cy="141732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88920"/>
            <a:ext cx="54864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Potentiel Adressable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291840"/>
            <a:ext cx="109728" cy="146304"/>
          </a:xfrm>
          <a:prstGeom prst="rect">
            <a:avLst/>
          </a:prstGeom>
          <a:solidFill>
            <a:srgbClr val="2B8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326440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de pénétration (1 800 agents)  →  ~26 982 €/mois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3520440"/>
            <a:ext cx="109728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349300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de pénétration (9 000 agents)  →  ~134 910 €/mois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3749040"/>
            <a:ext cx="109728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372160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de pénétration (18 000 agents)  →  ~269 820 €/mois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Year 1 : 500 agents actifs → ~7 500 €/mois ARR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 CLÉ B2B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Chef d'Exploitation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Gérez votre équipe depuis une interface unique — compliance, performance, import massif d'agents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3291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06040" cy="502920"/>
          </a:xfrm>
          <a:prstGeom prst="rect">
            <a:avLst/>
          </a:prstGeom>
          <a:solidFill>
            <a:srgbClr val="2B8F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Module Agents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73152" cy="320040"/>
          </a:xfrm>
          <a:prstGeom prst="rect">
            <a:avLst/>
          </a:prstGeom>
          <a:solidFill>
            <a:srgbClr val="2B8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848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jusqu'à 50 agents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73152" cy="320040"/>
          </a:xfrm>
          <a:prstGeom prst="rect">
            <a:avLst/>
          </a:prstGeom>
          <a:solidFill>
            <a:srgbClr val="2B8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24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carte pro &amp; CNAPS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73152" cy="320040"/>
          </a:xfrm>
          <a:prstGeom prst="rect">
            <a:avLst/>
          </a:prstGeom>
          <a:solidFill>
            <a:srgbClr val="2B8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64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expiration auto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417320"/>
            <a:ext cx="2606040" cy="3291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17320"/>
            <a:ext cx="2606040" cy="502920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Module Compliance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2103120"/>
            <a:ext cx="73152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20848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conformité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29000" y="2743200"/>
            <a:ext cx="73152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2724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CNAPS par agent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29000" y="3383280"/>
            <a:ext cx="73152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3364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réglementaires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1417320"/>
            <a:ext cx="2606040" cy="3291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417320"/>
            <a:ext cx="2606040" cy="502920"/>
          </a:xfrm>
          <a:prstGeom prst="rect">
            <a:avLst/>
          </a:prstGeom>
          <a:solidFill>
            <a:srgbClr val="F5A623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Module Performance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2103120"/>
            <a:ext cx="73152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0848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en temps réel Supabase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2743200"/>
            <a:ext cx="73152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2724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multi-sites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3383280"/>
            <a:ext cx="73152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364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rapports PDF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Interface live sur secupro.app — démo disponible sur rendez-vous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formules — Essai gratuit 7 jours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384048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4,99€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mois / agent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2057400" cy="91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78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Planning PDF import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9626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Coffre documents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33467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SecuDroit (38 articles)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7307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Actu Sécu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97480" cy="3931920"/>
          </a:xfrm>
          <a:prstGeom prst="rect">
            <a:avLst/>
          </a:prstGeom>
          <a:solidFill>
            <a:srgbClr val="1A6FD4">
              <a:alpha val="13000"/>
            </a:srgbClr>
          </a:solidFill>
          <a:ln w="25400">
            <a:solidFill>
              <a:srgbClr val="1A6F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7498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POPULAIRE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46120" y="1143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14,99€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46120" y="21214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mois / agent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20440" y="2423160"/>
            <a:ext cx="2057400" cy="91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2578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Tout Essentiel +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29000" y="29626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Analyse bulletins IA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33467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SecuIA assistant juridique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37307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Alertes push CNAPS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4114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 PDF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1005840"/>
            <a:ext cx="2606040" cy="384048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143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3504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24,99€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035040" y="21214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mois / agent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9360" y="2423160"/>
            <a:ext cx="2057400" cy="91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578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Tout Pro +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17920" y="29626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Chef d'Expl.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33467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Import massif agents CSV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7920" y="37307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Module Compliance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4114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prioritaire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intégré — Paiement sécurisé en ligne — Sans engagement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CRÉDIBILITÉ &amp; DIFFÉRENCIATION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SecuPRO est différent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6002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1600200"/>
          </a:xfrm>
          <a:prstGeom prst="rect">
            <a:avLst/>
          </a:prstGeom>
          <a:solidFill>
            <a:srgbClr val="2B8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🎖️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344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 par un ex-agent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terrain sur des sites Musée des Confluences, CIRC, Pierre Martinet — pas un outil conçu en dehors du métier.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023360" cy="16002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54864" cy="1600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54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80160" y="31272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intégrée (Anthropic)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80160" y="34747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SecuIA analyse les plannings, détecte les anomalies légales et répond aux questions juridiques en temps réel.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4023360" cy="16002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43000"/>
            <a:ext cx="54864" cy="1600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86400" y="1344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mobile-first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0" y="1691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d'installation requise. Fonctionne hors-ligne. Notifications push. Accessible dès le vestiaire de prise de poste.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23360" cy="16002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26080"/>
            <a:ext cx="54864" cy="16002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154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0" y="31272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IDCC 1351 embarqué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0" y="34747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collective nationale des entreprises de prévention et sécurité — 38 articles accessibles instantanément.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&amp; développement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786384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624328"/>
            <a:ext cx="274320" cy="274320"/>
          </a:xfrm>
          <a:prstGeom prst="oval">
            <a:avLst/>
          </a:prstGeom>
          <a:solidFill>
            <a:srgbClr val="22C55E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155448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24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Commercial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Prospection chefs d'exploitation Lyon, premiers clients pilotes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53312" y="2468880"/>
            <a:ext cx="18288" cy="1554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2624328"/>
            <a:ext cx="274320" cy="274320"/>
          </a:xfrm>
          <a:prstGeom prst="oval">
            <a:avLst/>
          </a:prstGeom>
          <a:solidFill>
            <a:srgbClr val="2B8FFF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914400"/>
            <a:ext cx="1920240" cy="155448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914400"/>
            <a:ext cx="1920240" cy="54864"/>
          </a:xfrm>
          <a:prstGeom prst="rect">
            <a:avLst/>
          </a:prstGeom>
          <a:solidFill>
            <a:srgbClr val="2B8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024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B2B Sociétés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51760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multi-sociétés, facturation groupée, API partenaires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56432" y="2468880"/>
            <a:ext cx="18288" cy="1554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40680" y="2624328"/>
            <a:ext cx="274320" cy="274320"/>
          </a:xfrm>
          <a:prstGeom prst="oval">
            <a:avLst/>
          </a:prstGeom>
          <a:solidFill>
            <a:srgbClr val="F5A623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914400"/>
            <a:ext cx="1920240" cy="155448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14400"/>
            <a:ext cx="19202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024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France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LinkedIn, partenariats syndicats, 500 agents actifs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59552" y="2468880"/>
            <a:ext cx="18288" cy="1554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7543800" y="2624328"/>
            <a:ext cx="274320" cy="274320"/>
          </a:xfrm>
          <a:prstGeom prst="oval">
            <a:avLst/>
          </a:prstGeom>
          <a:solidFill>
            <a:srgbClr val="A855F7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914400"/>
            <a:ext cx="1920240" cy="155448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914400"/>
            <a:ext cx="192024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1024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Enterprise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0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logiciels planning (Comète, Winpres), API CNAPS live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62672" y="2468880"/>
            <a:ext cx="18288" cy="1554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200400"/>
            <a:ext cx="8229600" cy="16002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200400"/>
            <a:ext cx="54864" cy="1600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Déjà en production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" y="3703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Domaine secupro.app actif · Email contact@secupro.app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5800" y="39593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Stack Next.js + Supabase + Stripe Checkout opérationnel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" y="42153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interfaces live : /agents · /performance · /provisioning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" y="44714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SEO optimisé · Landing page · Page showcase Apple-style · LinkedIn + Facebook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3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Passons à l'action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Rejoignez les premiers chefs d'exploitation qui font confiance à SecuPRO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2606040" cy="128016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maintenant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secupro.app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3337560"/>
            <a:ext cx="2606040" cy="128016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✉️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8620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contacter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8620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contact@secupro.app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3337560"/>
            <a:ext cx="2606040" cy="128016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7512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linkedin.com/in/mustapha-secupro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 gratuit 7 jours — Sans engagement — Résiliation en 1 clic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SecuPRO — Pitch Commercial 2026</dc:title>
  <dc:subject>PptxGenJS Presentation</dc:subject>
  <dc:creator>PptxGenJS</dc:creator>
  <cp:lastModifiedBy>PptxGenJS</cp:lastModifiedBy>
  <cp:revision>1</cp:revision>
  <dcterms:created xsi:type="dcterms:W3CDTF">2026-04-23T22:03:59Z</dcterms:created>
  <dcterms:modified xsi:type="dcterms:W3CDTF">2026-04-23T22:03:59Z</dcterms:modified>
</cp:coreProperties>
</file>